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e451abe8f4022" /><Relationship Type="http://schemas.openxmlformats.org/officeDocument/2006/relationships/extended-properties" Target="/docProps/app.xml" Id="R5ec93e32d3ab44ed" /><Relationship Type="http://schemas.openxmlformats.org/officeDocument/2006/relationships/officeDocument" Target="/ppt/presentation.xml" Id="R2998a2b714144c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757c533d449fd"/>
  </p:sldMasterIdLst>
  <p:notesMasterIdLst>
    <p:notesMasterId xmlns:r="http://schemas.openxmlformats.org/officeDocument/2006/relationships" r:id="R019605e8609c490d"/>
  </p:notesMasterIdLst>
  <p:sldIdLst>
    <p:sldId xmlns:r="http://schemas.openxmlformats.org/officeDocument/2006/relationships" id="256" r:id="Rc3ffe3c64b9249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e27f88ccc34ab3" /><Relationship Type="http://schemas.openxmlformats.org/officeDocument/2006/relationships/slideMaster" Target="/ppt/slideMasters/slideMaster1.xml" Id="R622757c533d449fd" /><Relationship Type="http://schemas.openxmlformats.org/officeDocument/2006/relationships/notesMaster" Target="/ppt/notesMasters/notesMaster1.xml" Id="R019605e8609c490d" /><Relationship Type="http://schemas.openxmlformats.org/officeDocument/2006/relationships/presProps" Target="/ppt/presProps.xml" Id="R4b3146fb6c644c2b" /><Relationship Type="http://schemas.openxmlformats.org/officeDocument/2006/relationships/tableStyles" Target="/ppt/tableStyles.xml" Id="R2f29b8ce0c0741dd" /><Relationship Type="http://schemas.openxmlformats.org/officeDocument/2006/relationships/slide" Target="/ppt/slides/slide1.xml" Id="Rc3ffe3c64b92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9aea3a63b40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54b8207294bdb" /><Relationship Type="http://schemas.openxmlformats.org/officeDocument/2006/relationships/notesMaster" Target="/ppt/notesMasters/notesMaster1.xml" Id="Raa9701566bbd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663cb02af44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e2156e4b2a4360" /><Relationship Type="http://schemas.openxmlformats.org/officeDocument/2006/relationships/slideLayout" Target="/ppt/slideLayouts/slideLayout1.xml" Id="R4279e482a60f48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79e482a60f48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105b54ba340a3" /><Relationship Type="http://schemas.openxmlformats.org/officeDocument/2006/relationships/notesSlide" Target="/ppt/notesSlides/notesSlide1.xml" Id="R6c54d095cef54a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62F3B8F-2D54-48E2-9179-6EEAD7D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ZENOD SUITE VISION · DIGEST-FIRST CONSOLE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558396-08A9-4927-8B50-6B85C17C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Understand first. Route by authority. Reply only with evidence.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A8896F-C5E3-44D0-AFD0-08926E95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Long voice notes are digested by Zenod before Console updates the journey; internal decomposition stays hidden.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BA0C0B60-61DA-485E-8575-5B60BC5E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572B4D6D-75B2-46AE-82FF-3FBBB015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076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 input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WhatsApp · Web · MCP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text, screenshots, long VN transcript</a:t>
            </a:r>
          </a:p>
        </p:txBody>
      </p:sp>
      <p:sp>
        <p:nvSpPr>
          <p:cNvPr id="6" name="console">
            <a:extLst xmlns:a="http://schemas.openxmlformats.org/drawingml/2006/main">
              <a:ext uri="{FF2B5EF4-FFF2-40B4-BE49-F238E27FC236}">
                <a16:creationId xmlns:a16="http://schemas.microsoft.com/office/drawing/2014/main" id="{A01AB911-399C-4C4D-BDCF-787AF40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527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Console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owns current journey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chooses next authority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composes clean reply</a:t>
            </a:r>
          </a:p>
        </p:txBody>
      </p:sp>
      <p:sp>
        <p:nvSpPr>
          <p:cNvPr id="7" name="zenod">
            <a:extLst xmlns:a="http://schemas.openxmlformats.org/drawingml/2006/main">
              <a:ext uri="{FF2B5EF4-FFF2-40B4-BE49-F238E27FC236}">
                <a16:creationId xmlns:a16="http://schemas.microsoft.com/office/drawing/2014/main" id="{CDC055D6-09C3-4660-8C86-454CDA2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D9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Zenod digest packet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receipt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interpretation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intentList</a:t>
            </a:r>
          </a:p>
        </p:txBody>
      </p:sp>
      <p:sp>
        <p:nvSpPr>
          <p:cNvPr id="8" name="archus">
            <a:extLst xmlns:a="http://schemas.openxmlformats.org/drawingml/2006/main">
              <a:ext uri="{FF2B5EF4-FFF2-40B4-BE49-F238E27FC236}">
                <a16:creationId xmlns:a16="http://schemas.microsoft.com/office/drawing/2014/main" id="{12FF2437-C426-43C4-98BE-5D1DE637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Archus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GitHub / backlog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read, create, update, close</a:t>
            </a:r>
          </a:p>
        </p:txBody>
      </p:sp>
      <p:sp>
        <p:nvSpPr>
          <p:cNvPr id="9" name="archus-marker">
            <a:extLst xmlns:a="http://schemas.openxmlformats.org/drawingml/2006/main">
              <a:ext uri="{FF2B5EF4-FFF2-40B4-BE49-F238E27FC236}">
                <a16:creationId xmlns:a16="http://schemas.microsoft.com/office/drawing/2014/main" id="{9878CEBF-CF9A-4095-8102-8EB03F29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0" name="epaminon">
            <a:extLst xmlns:a="http://schemas.openxmlformats.org/drawingml/2006/main">
              <a:ext uri="{FF2B5EF4-FFF2-40B4-BE49-F238E27FC236}">
                <a16:creationId xmlns:a16="http://schemas.microsoft.com/office/drawing/2014/main" id="{718BBF04-FA98-4760-ABD5-8E6C15E3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Epaminon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execution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run, status, blocker, output</a:t>
            </a:r>
          </a:p>
        </p:txBody>
      </p:sp>
      <p:sp>
        <p:nvSpPr>
          <p:cNvPr id="11" name="epaminon-marker">
            <a:extLst xmlns:a="http://schemas.openxmlformats.org/drawingml/2006/main">
              <a:ext uri="{FF2B5EF4-FFF2-40B4-BE49-F238E27FC236}">
                <a16:creationId xmlns:a16="http://schemas.microsoft.com/office/drawing/2014/main" id="{B8A4BF2E-94A0-40D5-9B4A-63E0535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2" name="phylax">
            <a:extLst xmlns:a="http://schemas.openxmlformats.org/drawingml/2006/main">
              <a:ext uri="{FF2B5EF4-FFF2-40B4-BE49-F238E27FC236}">
                <a16:creationId xmlns:a16="http://schemas.microsoft.com/office/drawing/2014/main" id="{E5110A43-0AEB-4280-B510-6274FBD9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Phylax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attention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notify only with event evidence</a:t>
            </a:r>
          </a:p>
        </p:txBody>
      </p:sp>
      <p:sp>
        <p:nvSpPr>
          <p:cNvPr id="13" name="phylax-marker">
            <a:extLst xmlns:a="http://schemas.openxmlformats.org/drawingml/2006/main">
              <a:ext uri="{FF2B5EF4-FFF2-40B4-BE49-F238E27FC236}">
                <a16:creationId xmlns:a16="http://schemas.microsoft.com/office/drawing/2014/main" id="{09B6DF13-9A30-4F95-A0DB-CF060F9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76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reply">
            <a:extLst xmlns:a="http://schemas.openxmlformats.org/drawingml/2006/main">
              <a:ext uri="{FF2B5EF4-FFF2-40B4-BE49-F238E27FC236}">
                <a16:creationId xmlns:a16="http://schemas.microsoft.com/office/drawing/2014/main" id="{4C90F242-D365-40E1-8819-428553EF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User-facing reply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plain language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links + receipts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no internal ledger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0800" y="3352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4600575" y="4152900"/>
            <a:ext cx="1905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600575" y="4152900"/>
            <a:ext cx="1905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dash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5791200" y="2847975"/>
            <a:ext cx="1104900" cy="504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91200" y="3352800"/>
            <a:ext cx="11049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91200" y="3352800"/>
            <a:ext cx="1104900" cy="1666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58300" y="2847975"/>
            <a:ext cx="6667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9258300" y="3810000"/>
            <a:ext cx="6667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9258300" y="3810000"/>
            <a:ext cx="666750" cy="1209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55555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91200" y="2286000"/>
            <a:ext cx="4133850" cy="15240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555555"/>
            </a:solidFill>
            <a:prstDash val="dash"/>
            <a:tailEnd type="arrow" w="sm" len="sm"/>
          </a:ln>
        </p:spPr>
      </p:cxnSp>
      <p:sp>
        <p:nvSpPr>
          <p:cNvPr id="25" name="one-rule">
            <a:extLst xmlns:a="http://schemas.openxmlformats.org/drawingml/2006/main">
              <a:ext uri="{FF2B5EF4-FFF2-40B4-BE49-F238E27FC236}">
                <a16:creationId xmlns:a16="http://schemas.microsoft.com/office/drawing/2014/main" id="{0899ADEF-B460-4E63-958C-ED5C32FF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ONE OPERATING RULE</a:t>
            </a:r>
          </a:p>
        </p:txBody>
      </p:sp>
      <p:sp>
        <p:nvSpPr>
          <p:cNvPr id="26" name="rule-copy">
            <a:extLst xmlns:a="http://schemas.openxmlformats.org/drawingml/2006/main">
              <a:ext uri="{FF2B5EF4-FFF2-40B4-BE49-F238E27FC236}">
                <a16:creationId xmlns:a16="http://schemas.microsoft.com/office/drawing/2014/main" id="{24E938B8-4D9D-4BEC-B6AC-05C1DF82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674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No “created”, “queued”, “stored”, “notified”, or “done” unless the owning authority returned a same-turn receipt.</a:t>
            </a:r>
          </a:p>
        </p:txBody>
      </p:sp>
      <p:sp>
        <p:nvSpPr>
          <p:cNvPr id="27" name="hidden-state">
            <a:extLst xmlns:a="http://schemas.openxmlformats.org/drawingml/2006/main">
              <a:ext uri="{FF2B5EF4-FFF2-40B4-BE49-F238E27FC236}">
                <a16:creationId xmlns:a16="http://schemas.microsoft.com/office/drawing/2014/main" id="{038DA965-ACAE-42B7-AB5D-DC19F60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076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Hidden inside Console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current journey stack · open intents · safe action plan</a:t>
            </a:r>
          </a:p>
        </p:txBody>
      </p:sp>
    </p:spTree>
    <p:extLst>
      <p:ext uri="{BB962C8B-B14F-4D97-AF65-F5344CB8AC3E}">
        <p14:creationId xmlns:p14="http://schemas.microsoft.com/office/powerpoint/2010/main" val="164591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2026-06-25T12:46:52.3600000Z</dcterms:created>
  <dcterms:modified xsi:type="dcterms:W3CDTF">2026-06-25T12:46:52.3600000Z</dcterms:modified>
</coreProperties>
</file>