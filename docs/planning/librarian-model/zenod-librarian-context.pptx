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a0c314bebc4955" /><Relationship Type="http://schemas.openxmlformats.org/officeDocument/2006/relationships/extended-properties" Target="/docProps/app.xml" Id="Rcb546bd4929a485a" /><Relationship Type="http://schemas.openxmlformats.org/officeDocument/2006/relationships/officeDocument" Target="/ppt/presentation.xml" Id="Rfb1d5e8e9d6d45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c4b14ca6d54ccb"/>
  </p:sldMasterIdLst>
  <p:notesMasterIdLst>
    <p:notesMasterId xmlns:r="http://schemas.openxmlformats.org/officeDocument/2006/relationships" r:id="R53ad8f4a03bb43d5"/>
  </p:notesMasterIdLst>
  <p:sldIdLst>
    <p:sldId xmlns:r="http://schemas.openxmlformats.org/officeDocument/2006/relationships" id="256" r:id="R3b415440d0d044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dec4d7a2254a7a" /><Relationship Type="http://schemas.openxmlformats.org/officeDocument/2006/relationships/slideMaster" Target="/ppt/slideMasters/slideMaster1.xml" Id="Rb6c4b14ca6d54ccb" /><Relationship Type="http://schemas.openxmlformats.org/officeDocument/2006/relationships/notesMaster" Target="/ppt/notesMasters/notesMaster1.xml" Id="R53ad8f4a03bb43d5" /><Relationship Type="http://schemas.openxmlformats.org/officeDocument/2006/relationships/presProps" Target="/ppt/presProps.xml" Id="R6ab1215460ca44d6" /><Relationship Type="http://schemas.openxmlformats.org/officeDocument/2006/relationships/tableStyles" Target="/ppt/tableStyles.xml" Id="R800ab521aa6d4a9f" /><Relationship Type="http://schemas.openxmlformats.org/officeDocument/2006/relationships/slide" Target="/ppt/slides/slide1.xml" Id="R3b415440d0d044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7eb0a3bb8a41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28e04642ef41d3" /><Relationship Type="http://schemas.openxmlformats.org/officeDocument/2006/relationships/notesMaster" Target="/ppt/notesMasters/notesMaster1.xml" Id="R91b200e612a646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audit 2026-09-16. Live health reported 2a4ff6623fc6efa48355c5e697dd38c9c4833f67. Relevant code matches961793: packages/core/src/engine/engine.ts599-665,2258-2333,2714-2830; packages/core/src/state/sqlite.ts19-20,240-263; packages/core/src/llm/aisdk.ts1052-1094,1623-1983; packages/core/src/engine/answerSupport.ts. Runtime model names and connected tools can vary by tenant. Last verified owner configuration was Luna organizing and Grok4.3 answering. Context map is not a full vault load; tools add actual bodies. M2 contract and 12x3 gate are target acceptance, not achieved results. See companion librarian-context.md and zenod-basics-m2.md for limits, exact prompt layers and source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eadeb997f4e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121214a2fb470c" /><Relationship Type="http://schemas.openxmlformats.org/officeDocument/2006/relationships/slideLayout" Target="/ppt/slideLayouts/slideLayout1.xml" Id="Rfcbcd29dcec640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cd29dcec640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4cb38bd0546b3" /><Relationship Type="http://schemas.openxmlformats.org/officeDocument/2006/relationships/notesSlide" Target="/ppt/notesSlides/notesSlide1.xml" Id="R786910a3e21d4d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DD903-A358-4D0F-8367-BCB5BBA2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B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B40"/>
                </a:solidFill>
                <a:latin typeface="Helvetica Neue"/>
                <a:ea typeface="Helvetica Neue"/>
                <a:cs typeface="Helvetica Neue"/>
              </a:rPr>
              <a:t>The librarian’s context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D97F93-590F-4DA5-8872-50E54512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62025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rPr>
              <a:t>Current code at 2a4ff66, with a bounded next milestone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A1D6B8-8154-4D3B-A1BA-9552ECFE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62100"/>
            <a:ext cx="35528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rPr>
              <a:t>1  Context at each turn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52745-255C-46DD-AE7F-8ABEEE43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34861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User message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Up to 20 prior messages / 48 hours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10 recent capture references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Vault policy from AGENTS.md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80 page summaries, up to 240 chars each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20 log names and 40 attachment paths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0F47A-49C7-46A3-B231-86E53B6A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48175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rPr>
              <a:t>Full note bodies arrive after a tool read.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9095E1-1598-4AAC-99AC-68A8C0744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5621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rPr>
              <a:t>2  Retrieval and response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4F98D-FF98-4D92-AEB6-5167C91B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95500"/>
            <a:ext cx="3476625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Search, read relevant source, submit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Default: 8 model rounds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4,096 output tokens per completion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The host validates source support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and adds citations to the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Answer model and Luna organizer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are configured separately.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DC53D5-A61D-43DA-97E2-2256307F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5E8D"/>
                </a:solidFill>
                <a:latin typeface="Helvetica Neue"/>
                <a:ea typeface="Helvetica Neue"/>
                <a:cs typeface="Helvetica Neue"/>
              </a:rPr>
              <a:t>3  Available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BE37D-86E4-40F7-BEC1-6BEF34D0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361950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Find: search_entries, search_vault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Browse: list_pages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Read: read_note, read_facts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History: search_chats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Store: capture_note</a:t>
            </a:r>
          </a:p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Finish: submit_memory_answer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C3D99-E410-4EAF-B5D5-D130A8B6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48175"/>
            <a:ext cx="357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rPr>
              <a:t>Task, Drive and connected tools</a:t>
            </a:r>
          </a:p>
          <a:p xmlns:a="http://schemas.openxmlformats.org/drawingml/2006/main">
            <a:pPr>
              <a:def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rPr>
              <a:t>are conditional on configuration.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D12E4-34DE-4CF6-BCC3-D3451198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34000"/>
            <a:ext cx="1123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B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42B40"/>
                </a:solidFill>
                <a:latin typeface="Helvetica Neue"/>
                <a:ea typeface="Helvetica Neue"/>
                <a:cs typeface="Helvetica Neue"/>
              </a:rPr>
              <a:t>M2  Dependable store, recall and natural follow-ups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BD595-E5F6-4390-9CBE-4B0D4A55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1123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43449"/>
                </a:solidFill>
                <a:latin typeface="Helvetica Neue"/>
                <a:ea typeface="Helvetica Neue"/>
                <a:cs typeface="Helvetica Neue"/>
              </a:rPr>
              <a:t>Proposed contract: resolve “it”, preserve evidence, read enough, answer directly, distinguish facts from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CE7C0-297B-4435-8235-E1A280F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96025"/>
            <a:ext cx="1123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67B"/>
                </a:solidFill>
                <a:latin typeface="Helvetica Neue"/>
                <a:ea typeface="Helvetica Neue"/>
                <a:cs typeface="Helvetica Neue"/>
              </a:rPr>
              <a:t>12 fixed scenarios × 3 trials. Score correctness, context and citations alongside cost. Verify the deployed version.</a:t>
            </a:r>
          </a:p>
        </p:txBody>
      </p:sp>
    </p:spTree>
    <p:extLst>
      <p:ext uri="{BB962C8B-B14F-4D97-AF65-F5344CB8AC3E}">
        <p14:creationId xmlns:p14="http://schemas.microsoft.com/office/powerpoint/2010/main" val="7216601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2026-09-16T01:25:21.8980000Z</dcterms:created>
  <dcterms:modified xsi:type="dcterms:W3CDTF">2026-09-16T01:25:21.8980000Z</dcterms:modified>
</coreProperties>
</file>